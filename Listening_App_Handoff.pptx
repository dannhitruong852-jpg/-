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handoff file: Listening-App-Handoff.md
- User-provided TRTC SDKAppID: 1600156088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ACCOUNT / PROJECT HANDOFF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85800" y="107899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8288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一对一倾听 App · v0.20.0 交接版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2514600"/>
            <a:ext cx="5669280" cy="10058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当前阶段：源码收口完成，进入真实账号配置与双机真机验收。</a:t>
            </a:r>
            <a:endParaRPr lang="en-US" sz="1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最高优先级：先完成 Android 真机编译与 TRTC 双机语音验证。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" y="3794760"/>
            <a:ext cx="1920240" cy="301752"/>
          </a:xfrm>
          <a:prstGeom prst="rect">
            <a:avLst/>
          </a:prstGeom>
          <a:solidFill>
            <a:srgbClr val="ECFDF3"/>
          </a:solidFill>
          <a:ln w="12700">
            <a:solidFill>
              <a:srgbClr val="A6F4C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A0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Candidate v0.20.0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3794760"/>
            <a:ext cx="2468880" cy="301752"/>
          </a:xfrm>
          <a:prstGeom prst="rect">
            <a:avLst/>
          </a:prstGeom>
          <a:solidFill>
            <a:srgbClr val="FFF2EA"/>
          </a:solidFill>
          <a:ln w="12700">
            <a:solidFill>
              <a:srgbClr val="FFD0B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TRTC SDKAppID 1600156088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6053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2026-10-03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1005840"/>
            <a:ext cx="4023360" cy="448056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635240" y="1389888"/>
            <a:ext cx="32918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Android-first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handoff path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62672" y="2542032"/>
            <a:ext cx="3273552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电脑编译，不用 Expo Go</a:t>
            </a:r>
            <a:pPr indent="0" marL="0">
              <a:lnSpc>
                <a:spcPct val="108000"/>
              </a:lnSpc>
              <a:buNone/>
            </a:pP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SecretKey 只放服务端 .env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两台 Android 先验证通话</a:t>
            </a: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endParaRPr lang="en-US" sz="1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通过后再接 iOS / 支付 / 上架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CURRENT STATE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新账号接管：先做什么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不要从零重做；以 v0.20.0 源码与交接文档为唯一权威。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3429000" cy="100584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读取交接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完整读取本文件、源码 README 与 docs；不要倒退到旧版本。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938528"/>
            <a:ext cx="3429000" cy="100584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配置 Android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Windows / Mac 上安装 Node、JDK 17、Android Studio。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28432" y="1938528"/>
            <a:ext cx="3429000" cy="100584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配置 TRTC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SDKAppID=1600156088；SecretKey 由用户自己保存。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3246120"/>
            <a:ext cx="3429000" cy="100584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本地跑服务端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复制 .env.example 为 .env，使用局域网 IP 给手机访问。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3246120"/>
            <a:ext cx="3429000" cy="100584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两台 Android 验收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绑定、呼叫、响铃、接听、双向语音、断网重连、计费。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28432" y="3246120"/>
            <a:ext cx="3429000" cy="100584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 再推进上线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iOS、推送、支付、云端、商店审核放到 Android 语音跑通之后。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" y="4983480"/>
            <a:ext cx="10424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一句话现状：不是继续写功能，而是接真实账号、密钥、证书、真机和生产环境。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PRODUCT RULES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产品边界：一对一付费语音工具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不是公开平台，不做大厅匹配，不做预约系统。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246120" cy="2377440"/>
          </a:xfrm>
          <a:prstGeom prst="rect">
            <a:avLst/>
          </a:prstGeom>
          <a:solidFill>
            <a:srgbClr val="FFFFFF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角色与呼叫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仅来访者主动呼叫；咨询师只设置可接听状态与时间。余额 &gt; 0 且咨询师可接听，才允许发起呼叫。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828800"/>
            <a:ext cx="3246120" cy="2377440"/>
          </a:xfrm>
          <a:prstGeom prst="rect">
            <a:avLst/>
          </a:prstGeom>
          <a:solidFill>
            <a:srgbClr val="FFFFFF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计时与余额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接通后才扣时；响铃不扣；断线 60 秒重连窗口内暂停扣费；余额归零立即结束，不能负数。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83880" y="1828800"/>
            <a:ext cx="3246120" cy="2377440"/>
          </a:xfrm>
          <a:prstGeom prst="rect">
            <a:avLst/>
          </a:prstGeom>
          <a:solidFill>
            <a:srgbClr val="FFFFFF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支付与退款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最低 15 分钟；120 分钟包 9.12 折；720 分钟手动定价。退款仅退未使用付费时长，赠送时长不可退。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800600"/>
            <a:ext cx="10607040" cy="566928"/>
          </a:xfrm>
          <a:prstGeom prst="rect">
            <a:avLst/>
          </a:prstGeom>
          <a:solidFill>
            <a:srgbClr val="FFF2EA"/>
          </a:solidFill>
          <a:ln w="12700">
            <a:solidFill>
              <a:srgbClr val="FFD0BC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隐私原则：不录音、不转写；服务端只保留必要通话、账本、订单与网络质量数据。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技术架构：客户端只展示，服务端做真相源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生产数据与计时不能依赖客户端。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23160" y="1920240"/>
            <a:ext cx="3566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Expo SDK 57 / RN 0.86.2 / React 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89320" y="1920240"/>
            <a:ext cx="5440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展示状态、原生通话、SecureStore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432304"/>
            <a:ext cx="164592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23160" y="2432304"/>
            <a:ext cx="356616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Fastify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89320" y="2432304"/>
            <a:ext cx="544068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计时、余额、订单、账本、UserSig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944368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23160" y="2944368"/>
            <a:ext cx="3566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PostgreSQL 生产 / JSON 开发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944368"/>
            <a:ext cx="5440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事务写入、多副本、advisory lock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456432"/>
            <a:ext cx="164592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23160" y="3456432"/>
            <a:ext cx="356616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Tencent TRTC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89320" y="3456432"/>
            <a:ext cx="544068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服务端签发 UserSig，SecretKey 不进客户端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968496"/>
            <a:ext cx="16459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系统通话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23160" y="3968496"/>
            <a:ext cx="3566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ConnectionService / iOS CallKit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89320" y="3968496"/>
            <a:ext cx="54406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不能用 Expo Go 验证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164592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23160" y="4480560"/>
            <a:ext cx="356616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K8s / Prometheus / Backups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89320" y="4480560"/>
            <a:ext cx="5440680" cy="402336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健康探针、备份校验、发布门禁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10652760" cy="621792"/>
          </a:xfrm>
          <a:prstGeom prst="rect">
            <a:avLst/>
          </a:prstGeom>
          <a:solidFill>
            <a:srgbClr val="FFF2EA"/>
          </a:solidFill>
          <a:ln w="11430">
            <a:solidFill>
              <a:srgbClr val="E8DED4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核心约束</a:t>
            </a:r>
            <a:pPr indent="0" marL="0">
              <a:lnSpc>
                <a:spcPct val="92000"/>
              </a:lnSpc>
              <a:buNone/>
            </a:pPr>
            <a:endParaRPr lang="en-US" sz="17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客户端永远不能成为计时、余额、订单或支付成功的真相源。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REAL CREDENTIALS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当前真正缺的东西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源码已经收口；下一步是接入外部账号与真实环境。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1051560" cy="301752"/>
          </a:xfrm>
          <a:prstGeom prst="rect">
            <a:avLst/>
          </a:prstGeom>
          <a:solidFill>
            <a:srgbClr val="ECFDF3"/>
          </a:solidFill>
          <a:ln w="12700">
            <a:solidFill>
              <a:srgbClr val="A6F4C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A0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已完成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57400" y="192938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腾讯云 TRTC 应用已创建，SDKAppID=1600156088。体验版可用于测试。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1051560" cy="301752"/>
          </a:xfrm>
          <a:prstGeom prst="rect">
            <a:avLst/>
          </a:prstGeom>
          <a:solidFill>
            <a:srgbClr val="FFF2EA"/>
          </a:solidFill>
          <a:ln w="12700">
            <a:solidFill>
              <a:srgbClr val="FFD0B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待配置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2642616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TRTC SDKSecretKey 只填在服务端 .env，不要发到聊天或 GitHub。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364992"/>
            <a:ext cx="1051560" cy="301752"/>
          </a:xfrm>
          <a:prstGeom prst="rect">
            <a:avLst/>
          </a:prstGeom>
          <a:solidFill>
            <a:srgbClr val="FFF2EA"/>
          </a:solidFill>
          <a:ln w="12700">
            <a:solidFill>
              <a:srgbClr val="FFD0B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待准备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57400" y="3355848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Windows / Mac 原生编译环境：Node、JDK 17、Android Studio。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1051560" cy="301752"/>
          </a:xfrm>
          <a:prstGeom prst="rect">
            <a:avLst/>
          </a:prstGeom>
          <a:solidFill>
            <a:srgbClr val="FFF2EA"/>
          </a:solidFill>
          <a:ln w="12700">
            <a:solidFill>
              <a:srgbClr val="FFD0B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待验收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4069080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两台 Android 真机语音通话：呼叫、响铃、接听、双向声音、重连、计费。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791456"/>
            <a:ext cx="1051560" cy="301752"/>
          </a:xfrm>
          <a:prstGeom prst="rect">
            <a:avLst/>
          </a:prstGeom>
          <a:solidFill>
            <a:srgbClr val="FFF2EA"/>
          </a:solidFill>
          <a:ln w="12700">
            <a:solidFill>
              <a:srgbClr val="FFD0B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后续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4782312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Apple Developer/APNs、Expo/FCM、微信/支付宝商户、生产数据库、域名 HTTPS。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5486400"/>
            <a:ext cx="10149840" cy="438912"/>
          </a:xfrm>
          <a:prstGeom prst="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 SecretKey、支付私钥、APNs 私钥、访问令牌、商店签名凭据写入交接文档。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FIRST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真机跑通：最短路线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手机只能测试；原生编译必须用电脑完成。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384048" cy="384048"/>
          </a:xfrm>
          <a:prstGeom prst="rect">
            <a:avLst/>
          </a:prstGeom>
          <a:solidFill>
            <a:srgbClr val="F25F3A"/>
          </a:solidFill>
          <a:ln>
            <a:solidFill>
              <a:srgbClr val="F25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3312" y="1956816"/>
            <a:ext cx="46177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电脑安装 Node.js、JDK 17、Android Studio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172200" y="1965960"/>
            <a:ext cx="384048" cy="384048"/>
          </a:xfrm>
          <a:prstGeom prst="rect">
            <a:avLst/>
          </a:prstGeom>
          <a:solidFill>
            <a:srgbClr val="F25F3A"/>
          </a:solidFill>
          <a:ln>
            <a:solidFill>
              <a:srgbClr val="F25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02552" y="1956816"/>
            <a:ext cx="46177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解压 Listening-App-v0.20.0-source.zip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822960" y="2953512"/>
            <a:ext cx="384048" cy="384048"/>
          </a:xfrm>
          <a:prstGeom prst="rect">
            <a:avLst/>
          </a:prstGeom>
          <a:solidFill>
            <a:srgbClr val="F25F3A"/>
          </a:solidFill>
          <a:ln>
            <a:solidFill>
              <a:srgbClr val="F25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53312" y="2944368"/>
            <a:ext cx="46177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复制 .env.example 为 .env，并填 SDKAppID / SecretKey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6172200" y="2953512"/>
            <a:ext cx="384048" cy="384048"/>
          </a:xfrm>
          <a:prstGeom prst="rect">
            <a:avLst/>
          </a:prstGeom>
          <a:solidFill>
            <a:srgbClr val="F25F3A"/>
          </a:solidFill>
          <a:ln>
            <a:solidFill>
              <a:srgbClr val="F25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02552" y="2944368"/>
            <a:ext cx="46177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设置 EXPO_PUBLIC_API_URL 为电脑局域网 IP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822960" y="3941064"/>
            <a:ext cx="384048" cy="384048"/>
          </a:xfrm>
          <a:prstGeom prst="rect">
            <a:avLst/>
          </a:prstGeom>
          <a:solidFill>
            <a:srgbClr val="F25F3A"/>
          </a:solidFill>
          <a:ln>
            <a:solidFill>
              <a:srgbClr val="F25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53312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手机开启 USB 调试并连接电脑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172200" y="3941064"/>
            <a:ext cx="384048" cy="384048"/>
          </a:xfrm>
          <a:prstGeom prst="rect">
            <a:avLst/>
          </a:prstGeom>
          <a:solidFill>
            <a:srgbClr val="F25F3A"/>
          </a:solidFill>
          <a:ln>
            <a:solidFill>
              <a:srgbClr val="F25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02552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 npm install、npm run server、npx expo run:android --device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1234440" y="5166360"/>
            <a:ext cx="9784080" cy="566928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命令核心：  npx expo run:android --device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BUILD NOTES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 .env 最小配置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新账号不要向用户索要 SecretKey；只让用户在自己电脑填写。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755648"/>
            <a:ext cx="10332720" cy="214884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TENCENT_TRTC_SDK_APP_ID=1600156088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TENCENT_TRTC_SECRET_KEY=&lt;user-owned-secret&gt;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EXPO_PUBLIC_API_URL=http://&lt;computer-lan-ip&gt;:8787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HOST=0.0.0.0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COUNSELOR_SETUP_CODE=&lt;local-test-code&gt;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PAIRING_CODE_PEPPER=&lt;random-string&gt;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ALLOW_DEV_AUTH=false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4937760" cy="91440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局域网 IP 规则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手机访问电脑服务端时，不能使用 127.0.0.1；必须使用电脑在同一 Wi-Fi 下的 IPv4。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4434840"/>
            <a:ext cx="4800600" cy="91440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验证重点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进入咨询师主页仅代表编译、API、绑定跑通；还要用第二台手机验证真实通话。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第一阶段验收清单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先用两台 Android 把 TRTC 音频链路跑实。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874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安装启动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901952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真机安装后可打开，不依赖 Expo Go。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1874520" cy="438912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咨询师初始化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468880"/>
            <a:ext cx="8412480" cy="438912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输入本地 setup code，创建私密空间。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035808"/>
            <a:ext cx="1874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来访者绑定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3035808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绑定码 / 设备绑定逻辑能正常完成。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02736"/>
            <a:ext cx="1874520" cy="438912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呼叫链路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602736"/>
            <a:ext cx="8412480" cy="438912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来访者主动呼叫，咨询师响铃，45 秒未接听超时。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169664"/>
            <a:ext cx="18745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音频链路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4169664"/>
            <a:ext cx="8412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DE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双方进入同一 TRTC 房间，可双向听到声音。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1874520" cy="438912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计费恢复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4736592"/>
            <a:ext cx="8412480" cy="438912"/>
          </a:xfrm>
          <a:prstGeom prst="rect">
            <a:avLst/>
          </a:prstGeom>
          <a:solidFill>
            <a:srgbClr val="FFFCF8"/>
          </a:solidFill>
          <a:ln w="6350">
            <a:solidFill>
              <a:srgbClr val="E8DED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接通后扣时；断线暂停；60 秒内恢复继续。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5650992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A05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通过标准：不是页面能点，而是两台真实手机能够稳定通话并正确计时。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RELEASE GATES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上线前阻断项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v0.20 是候选版本，不是已上线版本。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246120" cy="265176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必须真实验收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Android 双机语音、iPhone CallKit、锁屏推送、杀进程来电、微信/支付宝小额支付与退款。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737360"/>
            <a:ext cx="3246120" cy="265176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必须接生产环境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域名 HTTPS、PostgreSQL、对象存储、备份恢复、Prometheus 告警、发布门禁。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0" y="1737360"/>
            <a:ext cx="3246120" cy="2651760"/>
          </a:xfrm>
          <a:prstGeom prst="rect">
            <a:avLst/>
          </a:prstGeom>
          <a:solidFill>
            <a:srgbClr val="FFFCF8"/>
          </a:solidFill>
          <a:ln w="11430">
            <a:solidFill>
              <a:srgbClr val="E8DED4"/>
            </a:solidFill>
          </a:ln>
          <a:effectLst>
            <a:outerShdw sx="100000" sy="100000" kx="0" ky="0" algn="bl" rotWithShape="0" blurRad="19050" dist="6350" dir="2700000">
              <a:srgbClr val="000000">
                <a:alpha val="9000"/>
              </a:srgbClr>
            </a:outerShdw>
          </a:effectLst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92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必须补合规材料</a:t>
            </a:r>
            <a:pPr indent="0" marL="0">
              <a:lnSpc>
                <a:spcPct val="92000"/>
              </a:lnSpc>
              <a:buNone/>
            </a:pPr>
            <a:endParaRPr lang="en-US" sz="140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隐私政策、用户协议、注销说明、应用备案、商店材料、心理咨询业务相关合规确认。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4937760"/>
            <a:ext cx="10332720" cy="658368"/>
          </a:xfrm>
          <a:prstGeom prst="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2D2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不可宣称：真实支付已完成、真实推送已完成、真实双机通话已完成、正式上线已完成。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5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NEW ACCOUNT PROMPT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9784080" y="320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Listening App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21792" y="685800"/>
            <a:ext cx="10954512" cy="0"/>
          </a:xfrm>
          <a:prstGeom prst="line">
            <a:avLst/>
          </a:prstGeom>
          <a:noFill/>
          <a:ln w="12700">
            <a:solidFill>
              <a:srgbClr val="E8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841248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给新账号的接管指令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复制这段即可继续，不要让新账号从零猜。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103784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ED4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请接管“Listening App / 一对一倾听 App”项目。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权威版本：v0.20.0。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当前状态：源码收口完成，进入真实账号配置与双机真机验收。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已创建腾讯云 TRTC 应用：SDKAppID=1600156088。SecretKey 由我本人保存，不要让我发到聊天。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最高优先级：先用电脑编译 Android 真机包，并用两台 Android 跑通 TRTC 双向语音。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请先读取 Listening-App-Handoff.md 与 v0.20.0 源码，不要从零设计，不要倒退开发。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557784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随文件一并转移：Listening-App-v0.20.0-source.zip、Listening-App-Handoff.md、SHA-256 校验文件。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Listening App Handoff</dc:title>
  <dc:subject>Listening App handoff deck</dc:subject>
  <dc:creator>OpenAI</dc:creator>
  <cp:lastModifiedBy>OpenAI</cp:lastModifiedBy>
  <cp:revision>1</cp:revision>
  <dcterms:created xsi:type="dcterms:W3CDTF">2026-10-03T02:27:41Z</dcterms:created>
  <dcterms:modified xsi:type="dcterms:W3CDTF">2026-10-03T02:27:41Z</dcterms:modified>
</cp:coreProperties>
</file>